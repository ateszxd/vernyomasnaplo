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67C76-5565-474C-8175-52133227F6D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B927A-DBB8-4142-8C5A-B179E5084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5036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B927A-DBB8-4142-8C5A-B179E508417C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4281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56DD-A430-4676-A5F7-646766A57CA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11D89047-64F2-4501-9468-23136953A9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8486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56DD-A430-4676-A5F7-646766A57CA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9047-64F2-4501-9468-23136953A9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09980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56DD-A430-4676-A5F7-646766A57CA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11D89047-64F2-4501-9468-23136953A9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0906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56DD-A430-4676-A5F7-646766A57CA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9047-64F2-4501-9468-23136953A9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7084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56DD-A430-4676-A5F7-646766A57CA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9047-64F2-4501-9468-23136953A9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89739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56DD-A430-4676-A5F7-646766A57CA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9047-64F2-4501-9468-23136953A9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9147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56DD-A430-4676-A5F7-646766A57CA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9047-64F2-4501-9468-23136953A9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7866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56DD-A430-4676-A5F7-646766A57CA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9047-64F2-4501-9468-23136953A9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377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56DD-A430-4676-A5F7-646766A57CA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9047-64F2-4501-9468-23136953A9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5925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56DD-A430-4676-A5F7-646766A57CA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11D89047-64F2-4501-9468-23136953A9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25148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56DD-A430-4676-A5F7-646766A57CA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11D89047-64F2-4501-9468-23136953A9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73058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56DD-A430-4676-A5F7-646766A57CA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1D89047-64F2-4501-9468-23136953A93A}" type="slidenum">
              <a:rPr lang="hu-HU" smtClean="0"/>
              <a:t>‹#›</a:t>
            </a:fld>
            <a:endParaRPr lang="hu-H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863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56DD-A430-4676-A5F7-646766A57CA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1D89047-64F2-4501-9468-23136953A9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42930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56DD-A430-4676-A5F7-646766A57CA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9047-64F2-4501-9468-23136953A9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949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56DD-A430-4676-A5F7-646766A57CA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9047-64F2-4501-9468-23136953A9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7593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56DD-A430-4676-A5F7-646766A57CA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89047-64F2-4501-9468-23136953A9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69646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A24F56DD-A430-4676-A5F7-646766A57CA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11D89047-64F2-4501-9468-23136953A9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0382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F56DD-A430-4676-A5F7-646766A57CA5}" type="datetimeFigureOut">
              <a:rPr lang="hu-HU" smtClean="0"/>
              <a:t>2025. 11. 26.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89047-64F2-4501-9468-23136953A9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52344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438FC-3FFA-1C86-F37C-E173B25CD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Vérnyomásnapló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3657C-71BE-CC22-68CA-0D6DE953FE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Kéri Attila Márk és Kocsis Roland Milán</a:t>
            </a:r>
          </a:p>
        </p:txBody>
      </p:sp>
    </p:spTree>
    <p:extLst>
      <p:ext uri="{BB962C8B-B14F-4D97-AF65-F5344CB8AC3E}">
        <p14:creationId xmlns:p14="http://schemas.microsoft.com/office/powerpoint/2010/main" val="4147644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0063C-248A-C0C0-0FB7-715127EF6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Bevezetés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95E7F-E635-4D12-5861-9DEF86BB9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C# konzolos alkalmazás</a:t>
            </a:r>
          </a:p>
          <a:p>
            <a:r>
              <a:rPr lang="hu-HU" dirty="0"/>
              <a:t>Célja az egyszerűség</a:t>
            </a:r>
          </a:p>
          <a:p>
            <a:r>
              <a:rPr lang="hu-HU" dirty="0"/>
              <a:t>A hangsúly a használhatóság, és az átláthatóság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01431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7CC53-D4CF-A94C-0429-7005B8A33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Fő funkciók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D2765-009F-4564-0648-582B46821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Több felhasználós rendszer</a:t>
            </a:r>
          </a:p>
          <a:p>
            <a:r>
              <a:rPr lang="hu-HU" dirty="0"/>
              <a:t>Mérések rögzítése</a:t>
            </a:r>
          </a:p>
          <a:p>
            <a:r>
              <a:rPr lang="hu-HU" dirty="0"/>
              <a:t>Automatikus kiértékelés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5C2047-9154-667B-81F3-8C040A449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432" y="2813272"/>
            <a:ext cx="6731185" cy="344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85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E1E4-4A16-BA72-ADEB-61D3D4940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Adminisztratív eszközök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71166-90D4-CAE2-7F5A-2C543D883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Az </a:t>
            </a:r>
            <a:r>
              <a:rPr lang="hu-HU" dirty="0" err="1"/>
              <a:t>admin</a:t>
            </a:r>
            <a:r>
              <a:rPr lang="hu-HU" dirty="0"/>
              <a:t> külön jogosultságokkal rendelkezik</a:t>
            </a:r>
          </a:p>
          <a:p>
            <a:r>
              <a:rPr lang="hu-HU" dirty="0" err="1"/>
              <a:t>Jelszóviszzaállítás</a:t>
            </a:r>
            <a:endParaRPr lang="hu-HU" dirty="0"/>
          </a:p>
          <a:p>
            <a:r>
              <a:rPr lang="hu-HU" dirty="0"/>
              <a:t>Mérésmódosítás</a:t>
            </a:r>
          </a:p>
          <a:p>
            <a:r>
              <a:rPr lang="hu-HU" dirty="0"/>
              <a:t>Felhasználótörlés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B7A4DF-78B6-107F-66E5-74D785EB1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704" y="3256369"/>
            <a:ext cx="7022975" cy="267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885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AAC74-6A8A-701F-53D0-65C291FCE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Felhasználói felület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39329-DF14-F8A4-D2D4-DB7CD6409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Könnyen kezelhető nyilakkal</a:t>
            </a:r>
          </a:p>
          <a:p>
            <a:r>
              <a:rPr lang="hu-HU" dirty="0"/>
              <a:t>Középre igazítás</a:t>
            </a:r>
          </a:p>
          <a:p>
            <a:r>
              <a:rPr lang="hu-HU" dirty="0"/>
              <a:t>Táblázatos design</a:t>
            </a:r>
          </a:p>
        </p:txBody>
      </p:sp>
    </p:spTree>
    <p:extLst>
      <p:ext uri="{BB962C8B-B14F-4D97-AF65-F5344CB8AC3E}">
        <p14:creationId xmlns:p14="http://schemas.microsoft.com/office/powerpoint/2010/main" val="3170193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65EBC-3B25-2F83-3910-1EE0E3C53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Biztonság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5A146-CB75-5283-1949-40DD5F133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Input-ellenőrzés</a:t>
            </a:r>
          </a:p>
          <a:p>
            <a:r>
              <a:rPr lang="hu-HU" dirty="0"/>
              <a:t>Jelszó titkosítás</a:t>
            </a:r>
          </a:p>
          <a:p>
            <a:r>
              <a:rPr lang="hu-HU" dirty="0"/>
              <a:t>Személyre kötött naplók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0590C4-1230-BC33-60AF-B584D3FB6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75" y="4200745"/>
            <a:ext cx="10785404" cy="145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102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EF1A6-10C9-B8C7-6DB5-87C65F4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Összegzés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D0500-E587-A3D1-D25B-489C150DC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Ez egy könnyen használható, biztonságos alkalmazás</a:t>
            </a:r>
          </a:p>
          <a:p>
            <a:r>
              <a:rPr lang="hu-HU" dirty="0"/>
              <a:t>Lehetővé teszi :</a:t>
            </a:r>
          </a:p>
          <a:p>
            <a:pPr lvl="1"/>
            <a:r>
              <a:rPr lang="hu-HU" dirty="0"/>
              <a:t>A vérnyomás mérést</a:t>
            </a:r>
          </a:p>
          <a:p>
            <a:pPr lvl="1"/>
            <a:r>
              <a:rPr lang="hu-HU" dirty="0"/>
              <a:t>A mérések automatikus kiértékelését</a:t>
            </a:r>
          </a:p>
          <a:p>
            <a:pPr lvl="1"/>
            <a:r>
              <a:rPr lang="hu-HU" dirty="0"/>
              <a:t>Több felhasználó adatainak tárolását</a:t>
            </a:r>
          </a:p>
        </p:txBody>
      </p:sp>
    </p:spTree>
    <p:extLst>
      <p:ext uri="{BB962C8B-B14F-4D97-AF65-F5344CB8AC3E}">
        <p14:creationId xmlns:p14="http://schemas.microsoft.com/office/powerpoint/2010/main" val="22647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8DE7-0AF5-0CD5-144D-0265855D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Források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FE8B9-38C0-388F-7EB2-37D224E05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Vérnyomás határértékek: </a:t>
            </a:r>
            <a:r>
              <a:rPr lang="hu-HU" b="0" i="0" dirty="0">
                <a:effectLst/>
                <a:latin typeface="gg sans"/>
              </a:rPr>
              <a:t>Dr. </a:t>
            </a:r>
            <a:r>
              <a:rPr lang="hu-HU" b="0" i="0" dirty="0" err="1">
                <a:effectLst/>
                <a:latin typeface="gg sans"/>
              </a:rPr>
              <a:t>Kornéth</a:t>
            </a:r>
            <a:r>
              <a:rPr lang="hu-HU" b="0" i="0" dirty="0">
                <a:effectLst/>
                <a:latin typeface="gg sans"/>
              </a:rPr>
              <a:t> Anikó - Klinikai Ismeretek a Belgyógyászat Köréből Ápolónők Részére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30828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438FC-3FFA-1C86-F37C-E173B25CD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Köszönjük a figyelmet!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F3657C-71BE-CC22-68CA-0D6DE953FE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43473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55</TotalTime>
  <Words>104</Words>
  <Application>Microsoft Office PowerPoint</Application>
  <PresentationFormat>Widescreen</PresentationFormat>
  <Paragraphs>33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gg sans</vt:lpstr>
      <vt:lpstr>Trebuchet MS</vt:lpstr>
      <vt:lpstr>Berlin</vt:lpstr>
      <vt:lpstr>Vérnyomásnapló</vt:lpstr>
      <vt:lpstr>Bevezetés</vt:lpstr>
      <vt:lpstr>Fő funkciók</vt:lpstr>
      <vt:lpstr>Adminisztratív eszközök</vt:lpstr>
      <vt:lpstr>Felhasználói felület</vt:lpstr>
      <vt:lpstr>Biztonság</vt:lpstr>
      <vt:lpstr>Összegzés</vt:lpstr>
      <vt:lpstr>Források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Vérnyomásnapló</dc:title>
  <dc:creator>Attika Atesz</dc:creator>
  <cp:lastModifiedBy>Attika Atesz</cp:lastModifiedBy>
  <cp:revision>3</cp:revision>
  <dcterms:created xsi:type="dcterms:W3CDTF">2025-11-26T18:26:31Z</dcterms:created>
  <dcterms:modified xsi:type="dcterms:W3CDTF">2025-11-26T19:21:40Z</dcterms:modified>
</cp:coreProperties>
</file>